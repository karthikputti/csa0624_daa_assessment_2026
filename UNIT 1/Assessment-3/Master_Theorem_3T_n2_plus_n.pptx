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Theorem Application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Higher-Order Recurrence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3T(n/2) + 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46177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analysis, recursion tree, and complexity interpretation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7143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Master theorem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recurrence T(n) = aT(n/b) + f(n) and what it models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a, b, and f(n)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249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off the parameters from T(n) = 3T(n/2) + 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all three cases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639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f(n) against n^(logₘ a) to find the right case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tree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553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result level by level, with a cost table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&amp; interpretation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Θ(n^1.585) means for this algorithm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Application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off the parameters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7143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aT(n/b) + f(n)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3504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recurrence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920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3T(n/2) + 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32918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subproblems created at each call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05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40050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shrinks by half in each subproblem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18304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7183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471830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divide and combine steps, outside recursion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D85A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quantity: n^(logₘ a) = n^(log₂ 3) ≈ n^1.585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cases — a recap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7143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" y="14173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73836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73836" y="214884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3836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3836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O(n^(logₘ a − ε))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3836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grows slower than n^logₘ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3836" y="4663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3836" y="4663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Θ(n^logₘ a)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02836" y="14173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77156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77156" y="214884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7156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77156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Θ(n^logₘ 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7156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grows at the same 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7156" y="4663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77156" y="4663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Θ(n^logₘ a · log n)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106156" y="14173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0476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0476" y="214884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0476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80476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Ω(n^(logₘ a + ε))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80476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grows faster (+ regularity)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80476" y="4663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380476" y="4663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Θ(f(n))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Application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each case against f(n) = 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7143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TEST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65176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4937760"/>
                <a:gridCol w="1554480"/>
              </a:tblGrid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for f(n) =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f(n) = O(n^(logₘ a − ε))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= O(n^1.585 − ε) for ε ≈ 0.585 — holds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E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f(n) = Θ(n^logₘ a)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≠ Θ(n^1.585)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f(n) = Ω(n^(logₘ a + ε))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grows slower, not faster, than n^1.585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52628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Case 1 is satisfied: f(n) = n grows polynomially slower than n^(log₂ 3) ≈ n^1.585, with a large enough gap to satisfy the ε condition. So Case 1 determines the answer.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Application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tree verification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7143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0116" y="14173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EF3F6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0116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1 node, size n → cost 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flipH="1">
            <a:off x="3076956" y="1874520"/>
            <a:ext cx="3017520" cy="59436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74036" y="24688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4036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4476" y="1874520"/>
            <a:ext cx="0" cy="59436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91556" y="24688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1556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4476" y="1874520"/>
            <a:ext cx="3017520" cy="59436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09076" y="24688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09076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3 nodes, size n/2 → cost 3·(n/2) = 3n/2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flipH="1">
            <a:off x="3076956" y="2926080"/>
            <a:ext cx="3017520" cy="5029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94476" y="2926080"/>
            <a:ext cx="0" cy="5029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94476" y="2926080"/>
            <a:ext cx="3017520" cy="50292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820156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i: 3^i nodes, size n/2^i  →  cost = 3^i·(n/2^i) = n·(3/2)^i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4476" y="3657600"/>
            <a:ext cx="0" cy="64008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97196" y="42976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D85A30"/>
          </a:solidFill>
          <a:ln/>
        </p:spPr>
      </p:sp>
      <p:sp>
        <p:nvSpPr>
          <p:cNvPr id="25" name="Text 23"/>
          <p:cNvSpPr/>
          <p:nvPr/>
        </p:nvSpPr>
        <p:spPr>
          <a:xfrm>
            <a:off x="4997196" y="43525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1 (leaves)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97196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A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n^(log₂ 3) leaves total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n^(log₂ 3) ≈ n^1.585  —  this dominates the total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Application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Level-by-level cost — tabular 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7143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377440"/>
                <a:gridCol w="3657600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of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Subproblem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at this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3⁰ = 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3¹ = 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n/2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· (n/2) = 1.5n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3² = 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n/4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 · (n/4) = 2.25n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3^i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n/2^i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3^i · (n/2^i) = n · (1.5)^i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93C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log₂ n (leaves)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93C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3^(log₂ n) = n^(log₂ 3)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93C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93C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n^(log₂ 3) ≈ n^1.585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834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9834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= sum over all levels = n · Σ (1.5)^i for i = 0 to log₂n.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growing geometric series (ratio 1.5 &gt; 1), so the sum is dominated by its last term — the leaf level.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Application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146304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4630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Θ(n^(log₂ 3)) ≈ Θ(n^1.585)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5387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applies because the recursive branching (3 subproblems per call) outpaces the linear O(n) combine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3159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tree confirms this: level costs grow geometrically (n · 1.5^i), so the deepest level — the leaves — dominates the total work.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9320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Θ(n^1.585) sits strictly between O(n) and O(n²): worse than a linear-cost algorithm, but far better than one with cubic-style branching.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9436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943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8704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f(n) had instead been, say, O(n^1.585) or O(n^2), the answer would fall under Case 2 or Case 3 respectively.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2026-07-19T16:04:27Z</dcterms:created>
  <dcterms:modified xsi:type="dcterms:W3CDTF">2026-07-19T16:04:27Z</dcterms:modified>
</cp:coreProperties>
</file>